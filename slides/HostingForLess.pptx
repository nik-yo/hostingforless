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4" autoAdjust="0"/>
    <p:restoredTop sz="94660"/>
  </p:normalViewPr>
  <p:slideViewPr>
    <p:cSldViewPr snapToGrid="0">
      <p:cViewPr>
        <p:scale>
          <a:sx n="66" d="100"/>
          <a:sy n="66" d="100"/>
        </p:scale>
        <p:origin x="2244" y="1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1771A-2A40-4266-B4C2-1497629EFEB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7B0BDC63-8CE0-4590-BB9E-7A79CD3AF30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537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1771A-2A40-4266-B4C2-1497629EFEB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BDC63-8CE0-4590-BB9E-7A79CD3AF300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2000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1771A-2A40-4266-B4C2-1497629EFEB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BDC63-8CE0-4590-BB9E-7A79CD3AF30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508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1771A-2A40-4266-B4C2-1497629EFEB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BDC63-8CE0-4590-BB9E-7A79CD3AF300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382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1771A-2A40-4266-B4C2-1497629EFEB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BDC63-8CE0-4590-BB9E-7A79CD3AF300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2415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1771A-2A40-4266-B4C2-1497629EFEB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BDC63-8CE0-4590-BB9E-7A79CD3AF300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9796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1771A-2A40-4266-B4C2-1497629EFEB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BDC63-8CE0-4590-BB9E-7A79CD3AF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973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1771A-2A40-4266-B4C2-1497629EFEB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BDC63-8CE0-4590-BB9E-7A79CD3AF300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7256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EE1771A-2A40-4266-B4C2-1497629EFEB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BDC63-8CE0-4590-BB9E-7A79CD3AF300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384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1771A-2A40-4266-B4C2-1497629EFEB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BDC63-8CE0-4590-BB9E-7A79CD3AF300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2001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1771A-2A40-4266-B4C2-1497629EFEB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BDC63-8CE0-4590-BB9E-7A79CD3AF30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788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E1771A-2A40-4266-B4C2-1497629EFEB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7B0BDC63-8CE0-4590-BB9E-7A79CD3AF30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1323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DCE4C-E398-B64F-37A1-19DB644CC8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Hosting for Less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C43087-0A9A-0845-6E64-6FE013A00D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 Introduction to Cloud</a:t>
            </a:r>
          </a:p>
        </p:txBody>
      </p:sp>
    </p:spTree>
    <p:extLst>
      <p:ext uri="{BB962C8B-B14F-4D97-AF65-F5344CB8AC3E}">
        <p14:creationId xmlns:p14="http://schemas.microsoft.com/office/powerpoint/2010/main" val="506856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B77C6-ABA4-D847-B1D3-D4DC4C6D1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4A4A6-F22F-8A79-4CB0-97964A8EB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Web Developer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Mobile App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Cloud and DevOps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248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DA06F-A5F4-0876-443D-E344A042C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4092B-0E7A-45EA-367E-9229BA84A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$12/month hosting</a:t>
            </a:r>
          </a:p>
          <a:p>
            <a:r>
              <a:rPr lang="en-US" dirty="0"/>
              <a:t>Web forms (20+ years old tech)</a:t>
            </a:r>
          </a:p>
        </p:txBody>
      </p:sp>
    </p:spTree>
    <p:extLst>
      <p:ext uri="{BB962C8B-B14F-4D97-AF65-F5344CB8AC3E}">
        <p14:creationId xmlns:p14="http://schemas.microsoft.com/office/powerpoint/2010/main" val="2522447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368BE-DB51-4B71-28FE-F651F2F08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58B13-1937-CE3B-BF39-4E6EBBD8F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Low-cost hosting</a:t>
            </a:r>
          </a:p>
          <a:p>
            <a:r>
              <a:rPr lang="en-US" dirty="0"/>
              <a:t>Modern</a:t>
            </a:r>
          </a:p>
          <a:p>
            <a:r>
              <a:rPr lang="en-US" dirty="0"/>
              <a:t>Easy to maintain</a:t>
            </a:r>
          </a:p>
        </p:txBody>
      </p:sp>
    </p:spTree>
    <p:extLst>
      <p:ext uri="{BB962C8B-B14F-4D97-AF65-F5344CB8AC3E}">
        <p14:creationId xmlns:p14="http://schemas.microsoft.com/office/powerpoint/2010/main" val="632525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5563A-7F48-6380-D50B-EB2E5AF84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F89A4-03B4-81F1-0FB3-EE9686ED0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Cloud + SPA (Single Page Application)</a:t>
            </a:r>
          </a:p>
          <a:p>
            <a:r>
              <a:rPr lang="en-US" dirty="0"/>
              <a:t>AWS + Next.JS (based on React JS)</a:t>
            </a:r>
          </a:p>
          <a:p>
            <a:r>
              <a:rPr lang="en-US" dirty="0"/>
              <a:t>Cost: less than $1/month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565A5E-A796-B408-55C4-131DAE339C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667062"/>
              </p:ext>
            </p:extLst>
          </p:nvPr>
        </p:nvGraphicFramePr>
        <p:xfrm>
          <a:off x="838200" y="3445034"/>
          <a:ext cx="10343931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766">
                  <a:extLst>
                    <a:ext uri="{9D8B030D-6E8A-4147-A177-3AD203B41FA5}">
                      <a16:colId xmlns:a16="http://schemas.microsoft.com/office/drawing/2014/main" val="427775255"/>
                    </a:ext>
                  </a:extLst>
                </a:gridCol>
                <a:gridCol w="1426779">
                  <a:extLst>
                    <a:ext uri="{9D8B030D-6E8A-4147-A177-3AD203B41FA5}">
                      <a16:colId xmlns:a16="http://schemas.microsoft.com/office/drawing/2014/main" val="413084540"/>
                    </a:ext>
                  </a:extLst>
                </a:gridCol>
                <a:gridCol w="6996386">
                  <a:extLst>
                    <a:ext uri="{9D8B030D-6E8A-4147-A177-3AD203B41FA5}">
                      <a16:colId xmlns:a16="http://schemas.microsoft.com/office/drawing/2014/main" val="22735049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6913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$0.023/GB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282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CloudFront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1TB data out free ($0.085/GB after)</a:t>
                      </a:r>
                      <a:br>
                        <a:rPr lang="en-US" dirty="0"/>
                      </a:br>
                      <a:r>
                        <a:rPr lang="en-US" dirty="0"/>
                        <a:t>10 million requests free (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$0.0075/10k requests)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533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SSL Certificate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436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DNS (optional)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Route 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$0.50 a month per hosted zone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164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DNS (alternative)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Cloudflare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690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9252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E284A-13CC-185F-9DD4-19F2718F5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91CEB-407B-C521-3D2F-87AB94AC0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Website: SPA with SSG (Static Server Generation) capability</a:t>
            </a:r>
          </a:p>
          <a:p>
            <a:r>
              <a:rPr lang="en-US" dirty="0"/>
              <a:t>Source Control: Git + GitHub</a:t>
            </a:r>
          </a:p>
          <a:p>
            <a:r>
              <a:rPr lang="en-US" dirty="0"/>
              <a:t>Deployment: GitHub Actions</a:t>
            </a:r>
          </a:p>
          <a:p>
            <a:r>
              <a:rPr lang="en-US" dirty="0"/>
              <a:t>Hosting Infrastructure: Cloud using </a:t>
            </a:r>
            <a:r>
              <a:rPr lang="en-US" dirty="0" err="1"/>
              <a:t>IaC</a:t>
            </a:r>
            <a:r>
              <a:rPr lang="en-US" dirty="0"/>
              <a:t> (Infrastructure as Code)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966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CB881-5AD1-0915-E72F-27A49364C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6C25A-BEC9-DD19-07C4-3FCCA6E66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77CCEA-ABE7-1E4D-E640-ACB075B3D7B3}"/>
              </a:ext>
            </a:extLst>
          </p:cNvPr>
          <p:cNvSpPr/>
          <p:nvPr/>
        </p:nvSpPr>
        <p:spPr>
          <a:xfrm>
            <a:off x="838200" y="2282825"/>
            <a:ext cx="1844566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GitHub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52462F-A873-E1AC-F6E9-07D55228D110}"/>
              </a:ext>
            </a:extLst>
          </p:cNvPr>
          <p:cNvSpPr/>
          <p:nvPr/>
        </p:nvSpPr>
        <p:spPr>
          <a:xfrm>
            <a:off x="838200" y="4001294"/>
            <a:ext cx="1844566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 (PC)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5C16067-71F0-C7C5-C7F8-55829BAB0CC5}"/>
              </a:ext>
            </a:extLst>
          </p:cNvPr>
          <p:cNvCxnSpPr>
            <a:stCxn id="5" idx="0"/>
            <a:endCxn id="4" idx="2"/>
          </p:cNvCxnSpPr>
          <p:nvPr/>
        </p:nvCxnSpPr>
        <p:spPr>
          <a:xfrm flipV="1">
            <a:off x="1760483" y="3197225"/>
            <a:ext cx="0" cy="804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6868E1DE-2813-21B7-C506-FF7C4F61553F}"/>
              </a:ext>
            </a:extLst>
          </p:cNvPr>
          <p:cNvSpPr/>
          <p:nvPr/>
        </p:nvSpPr>
        <p:spPr>
          <a:xfrm>
            <a:off x="3898681" y="2282825"/>
            <a:ext cx="1844566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S3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B444565-9391-84B6-A804-07DEE296A5B8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2682766" y="2740025"/>
            <a:ext cx="12159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611CBCF-D1C9-491E-CE2F-5D7592F07365}"/>
              </a:ext>
            </a:extLst>
          </p:cNvPr>
          <p:cNvSpPr/>
          <p:nvPr/>
        </p:nvSpPr>
        <p:spPr>
          <a:xfrm>
            <a:off x="6703957" y="2282825"/>
            <a:ext cx="1844566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CloudFront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6FE6D51-11D6-750C-2472-9E62E5A500DA}"/>
              </a:ext>
            </a:extLst>
          </p:cNvPr>
          <p:cNvCxnSpPr>
            <a:cxnSpLocks/>
            <a:stCxn id="10" idx="3"/>
            <a:endCxn id="13" idx="1"/>
          </p:cNvCxnSpPr>
          <p:nvPr/>
        </p:nvCxnSpPr>
        <p:spPr>
          <a:xfrm>
            <a:off x="5743247" y="2740025"/>
            <a:ext cx="960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loud 17">
            <a:extLst>
              <a:ext uri="{FF2B5EF4-FFF2-40B4-BE49-F238E27FC236}">
                <a16:creationId xmlns:a16="http://schemas.microsoft.com/office/drawing/2014/main" id="{073D7955-A107-0CE1-E634-FF48D53B7580}"/>
              </a:ext>
            </a:extLst>
          </p:cNvPr>
          <p:cNvSpPr/>
          <p:nvPr/>
        </p:nvSpPr>
        <p:spPr>
          <a:xfrm>
            <a:off x="9509234" y="2282825"/>
            <a:ext cx="1686910" cy="914400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Internet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11E04C-BF2B-A297-90C1-52885CDAF6DB}"/>
              </a:ext>
            </a:extLst>
          </p:cNvPr>
          <p:cNvCxnSpPr>
            <a:stCxn id="13" idx="3"/>
            <a:endCxn id="18" idx="2"/>
          </p:cNvCxnSpPr>
          <p:nvPr/>
        </p:nvCxnSpPr>
        <p:spPr>
          <a:xfrm>
            <a:off x="8548523" y="2740025"/>
            <a:ext cx="9659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2306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19408-5BF9-4994-E96F-0F50DEE4F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E4B53C-96ED-5BB0-7103-E95FA42044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579" y="1853754"/>
            <a:ext cx="4056157" cy="4056157"/>
          </a:xfrm>
        </p:spPr>
      </p:pic>
    </p:spTree>
    <p:extLst>
      <p:ext uri="{BB962C8B-B14F-4D97-AF65-F5344CB8AC3E}">
        <p14:creationId xmlns:p14="http://schemas.microsoft.com/office/powerpoint/2010/main" val="89405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9BF38-F472-5716-5FFA-48CAE1153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38916-5EA9-A841-22FB-89329874B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25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61569A-A4F0-6657-4AB0-1BDB4E8A75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69750F4-06B0-D070-4DCB-FB4D854348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723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4BE45-9299-DA37-495F-158AAA8F9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57B84-2AB6-B5E4-8924-9DD28AE38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Cloud</a:t>
            </a:r>
          </a:p>
          <a:p>
            <a:pPr lvl="1"/>
            <a:r>
              <a:rPr lang="en-US" dirty="0"/>
              <a:t>Pay as you go</a:t>
            </a:r>
          </a:p>
          <a:p>
            <a:pPr lvl="1"/>
            <a:r>
              <a:rPr lang="en-US" dirty="0"/>
              <a:t>Scalable</a:t>
            </a:r>
          </a:p>
          <a:p>
            <a:pPr lvl="1"/>
            <a:r>
              <a:rPr lang="en-US" dirty="0"/>
              <a:t>Serverless</a:t>
            </a:r>
          </a:p>
          <a:p>
            <a:r>
              <a:rPr lang="en-US" dirty="0"/>
              <a:t>SPA</a:t>
            </a:r>
          </a:p>
          <a:p>
            <a:pPr lvl="1"/>
            <a:r>
              <a:rPr lang="en-US" dirty="0"/>
              <a:t>Easier to maintain than static files</a:t>
            </a:r>
          </a:p>
          <a:p>
            <a:pPr lvl="1"/>
            <a:r>
              <a:rPr lang="en-US" dirty="0"/>
              <a:t>Fast</a:t>
            </a:r>
          </a:p>
          <a:p>
            <a:pPr lvl="1"/>
            <a:r>
              <a:rPr lang="en-US" dirty="0"/>
              <a:t>Industry standard</a:t>
            </a:r>
          </a:p>
        </p:txBody>
      </p:sp>
    </p:spTree>
    <p:extLst>
      <p:ext uri="{BB962C8B-B14F-4D97-AF65-F5344CB8AC3E}">
        <p14:creationId xmlns:p14="http://schemas.microsoft.com/office/powerpoint/2010/main" val="1140699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8A490-0820-3F5A-4A80-8C0314B83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72E4A-D548-288F-C54D-BCC815AA7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Cloud</a:t>
            </a:r>
          </a:p>
          <a:p>
            <a:pPr lvl="1"/>
            <a:r>
              <a:rPr lang="en-US" dirty="0"/>
              <a:t>AWS</a:t>
            </a:r>
          </a:p>
          <a:p>
            <a:pPr lvl="1"/>
            <a:r>
              <a:rPr lang="en-US" dirty="0"/>
              <a:t>Azure</a:t>
            </a:r>
          </a:p>
          <a:p>
            <a:pPr lvl="1"/>
            <a:r>
              <a:rPr lang="en-US" dirty="0"/>
              <a:t>GCP (Google Cloud Provider)</a:t>
            </a:r>
          </a:p>
          <a:p>
            <a:r>
              <a:rPr lang="en-US" dirty="0"/>
              <a:t>SPA</a:t>
            </a:r>
          </a:p>
          <a:p>
            <a:pPr lvl="1"/>
            <a:r>
              <a:rPr lang="en-US" dirty="0"/>
              <a:t>ReactJS, Next.js</a:t>
            </a:r>
          </a:p>
          <a:p>
            <a:pPr lvl="1"/>
            <a:r>
              <a:rPr lang="en-US" dirty="0"/>
              <a:t>Angular</a:t>
            </a:r>
          </a:p>
          <a:p>
            <a:pPr lvl="1"/>
            <a:r>
              <a:rPr lang="en-US" dirty="0"/>
              <a:t>Vue.js, Nuxt.js</a:t>
            </a:r>
          </a:p>
        </p:txBody>
      </p:sp>
    </p:spTree>
    <p:extLst>
      <p:ext uri="{BB962C8B-B14F-4D97-AF65-F5344CB8AC3E}">
        <p14:creationId xmlns:p14="http://schemas.microsoft.com/office/powerpoint/2010/main" val="408386322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1493</TotalTime>
  <Words>208</Words>
  <Application>Microsoft Office PowerPoint</Application>
  <PresentationFormat>Widescreen</PresentationFormat>
  <Paragraphs>67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Gallery</vt:lpstr>
      <vt:lpstr>Hosting for Less</vt:lpstr>
      <vt:lpstr>Experience</vt:lpstr>
      <vt:lpstr>Old</vt:lpstr>
      <vt:lpstr>Requirements</vt:lpstr>
      <vt:lpstr>New</vt:lpstr>
      <vt:lpstr>Setup</vt:lpstr>
      <vt:lpstr>Diagram</vt:lpstr>
      <vt:lpstr>Demo</vt:lpstr>
      <vt:lpstr>History</vt:lpstr>
      <vt:lpstr>Q&amp;A</vt:lpstr>
      <vt:lpstr>Benefit</vt:lpstr>
      <vt:lpstr>Popular Options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Nikki Yodo</dc:creator>
  <cp:lastModifiedBy>Nikki Yodo</cp:lastModifiedBy>
  <cp:revision>2</cp:revision>
  <dcterms:created xsi:type="dcterms:W3CDTF">2025-11-05T16:31:24Z</dcterms:created>
  <dcterms:modified xsi:type="dcterms:W3CDTF">2025-11-06T17:24:55Z</dcterms:modified>
</cp:coreProperties>
</file>